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Azure Key Vault connector for DigiCert TLM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 automation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connector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script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